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5/15/22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20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5/15/22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279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5/15/22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86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5/15/22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357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5/15/22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34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5/15/22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695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5/15/22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544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5/15/22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87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5/15/22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85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5/15/22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720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5/15/22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918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1A142-DA77-4A5F-AD1F-14E6C18F0F5F}" type="datetime1">
              <a:rPr lang="en-US" smtClean="0"/>
              <a:t>5/15/22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189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https://lh3.googleusercontent.com/8mHHCFuKzRrPuu9BvMkJDk3Yg4rcgMJGyE69DV4pSAzNrjYnwDvfYMECxJBb83eakwrGzLKSwn68I_LvU2MPnbL9O0X5a8KGVLBCYVN5oWeZWfutaKEp_9ZClmaJDXIawyrQS81Qyd2-GBGIpw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83369-D213-0C57-7D0A-1CD27EFDC0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AutoML</a:t>
            </a:r>
            <a:r>
              <a:rPr lang="en-US" dirty="0"/>
              <a:t>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0147C7-2EC7-44EB-EFA3-C619703334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CA" b="1" dirty="0"/>
              <a:t>Haitian Hao (hh2878)</a:t>
            </a:r>
          </a:p>
          <a:p>
            <a:r>
              <a:rPr lang="en-CA" b="1" dirty="0" err="1"/>
              <a:t>Zeyu</a:t>
            </a:r>
            <a:r>
              <a:rPr lang="en-CA" b="1" dirty="0"/>
              <a:t> Zhang (zz3904)</a:t>
            </a:r>
            <a:endParaRPr lang="en-CA" dirty="0"/>
          </a:p>
          <a:p>
            <a:br>
              <a:rPr lang="en-CA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136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7B40B-3584-429D-30FA-A9BAA97CD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055" y="1827213"/>
            <a:ext cx="10515600" cy="4351338"/>
          </a:xfrm>
        </p:spPr>
        <p:txBody>
          <a:bodyPr/>
          <a:lstStyle/>
          <a:p>
            <a:pPr lvl="0"/>
            <a:r>
              <a:rPr lang="en-CA" dirty="0"/>
              <a:t>Goal: evaluate various </a:t>
            </a:r>
            <a:r>
              <a:rPr lang="en-CA" dirty="0" err="1"/>
              <a:t>AutoML</a:t>
            </a:r>
            <a:r>
              <a:rPr lang="en-CA" dirty="0"/>
              <a:t> tools on many datasets, examine their performance and compare their advantages and disadvantages</a:t>
            </a:r>
          </a:p>
          <a:p>
            <a:r>
              <a:rPr lang="en-CA" dirty="0"/>
              <a:t>Build an uniform API layer that incorporates different </a:t>
            </a:r>
            <a:r>
              <a:rPr lang="en-CA" dirty="0" err="1"/>
              <a:t>AutoML</a:t>
            </a:r>
            <a:r>
              <a:rPr lang="en-CA" dirty="0"/>
              <a:t> libraries and leverages their unique features so that users can pick the most suitable libraries for their unique use cases and reduce the learning curve 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B6A3077-DBF0-27CE-B4CC-C11C06371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55" y="15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D2527C60-816B-8F5A-7D56-B3413FBCB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434" y="4162346"/>
            <a:ext cx="7008511" cy="2152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591DAED-A9DE-CF1A-AE21-A8F969CEC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Executive summary</a:t>
            </a:r>
            <a:br>
              <a:rPr lang="en-CA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03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F4507-27C6-E5CA-11B1-4DE96D65A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Approach</a:t>
            </a:r>
            <a:br>
              <a:rPr lang="en-CA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09399-3CFD-65DD-7CFD-98CE75ED0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 dirty="0"/>
              <a:t>Use different </a:t>
            </a:r>
            <a:r>
              <a:rPr lang="en-CA" dirty="0" err="1"/>
              <a:t>AutoML</a:t>
            </a:r>
            <a:r>
              <a:rPr lang="en-CA" dirty="0"/>
              <a:t> libraries including </a:t>
            </a:r>
            <a:r>
              <a:rPr lang="en-CA" dirty="0" err="1"/>
              <a:t>AutoGoal</a:t>
            </a:r>
            <a:r>
              <a:rPr lang="en-CA" dirty="0"/>
              <a:t> and Auto-</a:t>
            </a:r>
            <a:r>
              <a:rPr lang="en-CA" dirty="0" err="1"/>
              <a:t>Keras</a:t>
            </a:r>
            <a:r>
              <a:rPr lang="en-CA" dirty="0"/>
              <a:t> on same dataset and examine their performance </a:t>
            </a:r>
          </a:p>
          <a:p>
            <a:pPr lvl="0"/>
            <a:r>
              <a:rPr lang="en-CA" dirty="0"/>
              <a:t>Build a library that gives users choices to use various </a:t>
            </a:r>
            <a:r>
              <a:rPr lang="en-CA" dirty="0" err="1"/>
              <a:t>AutoML</a:t>
            </a:r>
            <a:r>
              <a:rPr lang="en-CA" dirty="0"/>
              <a:t> libraries with same API and provides solutions to tackle drawbacks a </a:t>
            </a:r>
            <a:r>
              <a:rPr lang="en-CA" dirty="0" err="1"/>
              <a:t>AutoML</a:t>
            </a:r>
            <a:r>
              <a:rPr lang="en-CA" dirty="0"/>
              <a:t> library may have </a:t>
            </a:r>
          </a:p>
          <a:p>
            <a:endParaRPr lang="en-US" dirty="0"/>
          </a:p>
        </p:txBody>
      </p:sp>
      <p:pic>
        <p:nvPicPr>
          <p:cNvPr id="5" name="Picture 4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669ECAA5-C8BF-0FAB-0DEF-C25447C2D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604" y="4030049"/>
            <a:ext cx="7094151" cy="214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842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5D154-12C1-BBF8-9EFF-A30FC9DAE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Main results</a:t>
            </a:r>
            <a:br>
              <a:rPr lang="en-CA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54C98-E667-A360-E11F-F40E38ED5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Evaluate </a:t>
            </a:r>
            <a:r>
              <a:rPr lang="en-CA" dirty="0" err="1"/>
              <a:t>AutoGoal</a:t>
            </a:r>
            <a:r>
              <a:rPr lang="en-CA" dirty="0"/>
              <a:t> and Auto-</a:t>
            </a:r>
            <a:r>
              <a:rPr lang="en-CA" dirty="0" err="1"/>
              <a:t>Keras</a:t>
            </a:r>
            <a:r>
              <a:rPr lang="en-CA" dirty="0"/>
              <a:t> on </a:t>
            </a:r>
            <a:r>
              <a:rPr lang="en-CA" dirty="0" err="1"/>
              <a:t>Cifiar</a:t>
            </a:r>
            <a:r>
              <a:rPr lang="en-CA" dirty="0"/>
              <a:t> 10 dataset </a:t>
            </a:r>
          </a:p>
          <a:p>
            <a:pPr lvl="0"/>
            <a:r>
              <a:rPr lang="en-CA" dirty="0" err="1"/>
              <a:t>AutoGoal</a:t>
            </a:r>
            <a:r>
              <a:rPr lang="en-CA" dirty="0"/>
              <a:t> </a:t>
            </a:r>
          </a:p>
          <a:p>
            <a:pPr lvl="1"/>
            <a:r>
              <a:rPr lang="en-CA" dirty="0"/>
              <a:t>Accuracy: 96.5% in 85min </a:t>
            </a:r>
          </a:p>
          <a:p>
            <a:pPr lvl="0"/>
            <a:r>
              <a:rPr lang="en-CA" dirty="0"/>
              <a:t>Auto-</a:t>
            </a:r>
            <a:r>
              <a:rPr lang="en-CA" dirty="0" err="1"/>
              <a:t>keras</a:t>
            </a:r>
            <a:endParaRPr lang="en-CA" dirty="0"/>
          </a:p>
          <a:p>
            <a:pPr lvl="1"/>
            <a:r>
              <a:rPr lang="en-CA" dirty="0"/>
              <a:t>Accuracy: 92% in 90min</a:t>
            </a:r>
          </a:p>
          <a:p>
            <a:pPr marL="0" indent="0">
              <a:buNone/>
            </a:pPr>
            <a:r>
              <a:rPr lang="en-CA" dirty="0" err="1"/>
              <a:t>Evalutae</a:t>
            </a:r>
            <a:r>
              <a:rPr lang="en-CA" dirty="0"/>
              <a:t> H2O </a:t>
            </a:r>
            <a:r>
              <a:rPr lang="en-CA" dirty="0" err="1"/>
              <a:t>AutoML</a:t>
            </a:r>
            <a:r>
              <a:rPr lang="en-CA" dirty="0"/>
              <a:t> vs Auto-</a:t>
            </a:r>
            <a:r>
              <a:rPr lang="en-CA" dirty="0" err="1"/>
              <a:t>keras</a:t>
            </a:r>
            <a:r>
              <a:rPr lang="en-CA" dirty="0"/>
              <a:t> on binary classification </a:t>
            </a:r>
          </a:p>
          <a:p>
            <a:pPr lvl="0"/>
            <a:r>
              <a:rPr lang="en-CA" dirty="0"/>
              <a:t>H2O: accuracy: </a:t>
            </a:r>
          </a:p>
          <a:p>
            <a:pPr lvl="1"/>
            <a:r>
              <a:rPr lang="en-CA" dirty="0"/>
              <a:t>80.8% in 13.4min </a:t>
            </a:r>
          </a:p>
          <a:p>
            <a:pPr lvl="0"/>
            <a:r>
              <a:rPr lang="en-CA" dirty="0"/>
              <a:t>Auto-</a:t>
            </a:r>
            <a:r>
              <a:rPr lang="en-CA" dirty="0" err="1"/>
              <a:t>Keras</a:t>
            </a:r>
            <a:r>
              <a:rPr lang="en-CA" dirty="0"/>
              <a:t>: accuracy: </a:t>
            </a:r>
          </a:p>
          <a:p>
            <a:pPr lvl="1"/>
            <a:r>
              <a:rPr lang="en-CA" dirty="0"/>
              <a:t>65% in 6min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261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C4CEE-45F7-A7D0-2763-D48AF1C61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Observations/conclusion</a:t>
            </a:r>
            <a:br>
              <a:rPr lang="en-CA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10B3A-0F2B-1F8C-B0AB-D3087685C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 dirty="0"/>
              <a:t>H2o outperforms Auto-</a:t>
            </a:r>
            <a:r>
              <a:rPr lang="en-CA" dirty="0" err="1"/>
              <a:t>keras</a:t>
            </a:r>
            <a:r>
              <a:rPr lang="en-CA" dirty="0"/>
              <a:t> for binary classification</a:t>
            </a:r>
          </a:p>
          <a:p>
            <a:pPr lvl="0"/>
            <a:endParaRPr lang="en-CA" dirty="0"/>
          </a:p>
          <a:p>
            <a:pPr lvl="0"/>
            <a:r>
              <a:rPr lang="en-CA" dirty="0" err="1"/>
              <a:t>AutoGoal</a:t>
            </a:r>
            <a:r>
              <a:rPr lang="en-CA" dirty="0"/>
              <a:t> outperforms auto-</a:t>
            </a:r>
            <a:r>
              <a:rPr lang="en-CA" dirty="0" err="1"/>
              <a:t>keras</a:t>
            </a:r>
            <a:r>
              <a:rPr lang="en-CA" dirty="0"/>
              <a:t> for image classification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257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74550-10C9-BBCB-D8FA-F5D11A646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GitHub Link</a:t>
            </a:r>
            <a:br>
              <a:rPr lang="en-CA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D1CC3-68E4-421D-F1D5-5F3527AF9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capitalallen</a:t>
            </a:r>
            <a:r>
              <a:rPr lang="en-US" dirty="0"/>
              <a:t>/</a:t>
            </a:r>
            <a:r>
              <a:rPr lang="en-US" dirty="0" err="1"/>
              <a:t>hpml_project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856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191</Words>
  <Application>Microsoft Macintosh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AutoML Pipeline</vt:lpstr>
      <vt:lpstr>Executive summary </vt:lpstr>
      <vt:lpstr>Approach </vt:lpstr>
      <vt:lpstr>Main results </vt:lpstr>
      <vt:lpstr>Observations/conclusion </vt:lpstr>
      <vt:lpstr>GitHub Link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AutoML Pipeline</dc:title>
  <dc:creator>Zeyu Zhang</dc:creator>
  <cp:lastModifiedBy>Zeyu Zhang</cp:lastModifiedBy>
  <cp:revision>1</cp:revision>
  <dcterms:created xsi:type="dcterms:W3CDTF">2022-05-16T00:13:51Z</dcterms:created>
  <dcterms:modified xsi:type="dcterms:W3CDTF">2022-05-16T00:21:43Z</dcterms:modified>
</cp:coreProperties>
</file>